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Understanding the Computer: An Introduction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 computer is an electronic device designed to process, store, and retrieve data based on programmed instructions.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Its core functions include inputting data, processing information, outputting results, and storing data for future use.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Computers have evolved from simple calculators to complex systems, profoundly shaping every aspect of modern society.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They serve as fundamental tools in communication, education, business, science, and entertainment.</a:t>
            </a:r>
            <a:endParaRPr lang="en-US" sz="1600" dirty="0"/>
          </a:p>
        </p:txBody>
      </p:sp>
      <p:pic>
        <p:nvPicPr>
          <p:cNvPr id="4" name="Image 0" descr="https://images.pexels.com/photos/9072379/pexels-photo-9072379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The Enduring Impact and Future of Computers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Computers remain indispensable tools, driving innovation and efficiency across all industries and daily life.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Continuous advancements in areas like AI, quantum computing, and IoT promise even more transformative capabilities.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Their adaptability and increasing intelligence will further redefine human-computer interaction and problem-solving.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journey of computing underscores humanity's relentless pursuit of knowledge and technological progress.</a:t>
            </a:r>
            <a:endParaRPr lang="en-US" sz="1600" dirty="0"/>
          </a:p>
        </p:txBody>
      </p:sp>
      <p:pic>
        <p:nvPicPr>
          <p:cNvPr id="4" name="Image 0" descr="https://images.pexels.com/photos/18085153/pexels-photo-18085153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2026-06-15T03:12:59Z</dcterms:created>
  <dcterms:modified xsi:type="dcterms:W3CDTF">2026-06-15T03:12:59Z</dcterms:modified>
</cp:coreProperties>
</file>