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Introduction to Random Access Memory (RAM)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RAM (Random Access Memory) is a form of computer data storage that can be accessed randomly, allowing data to be read or written quickly.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It serves as a computer's short-term memory, temporarily holding data and program instructions that the CPU is actively using.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RAM is a volatile memory, meaning it requires power to maintain the stored information; data is lost when the computer is turned off.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Its high speed is crucial for efficient multitasking and rapid application responsiveness.</a:t>
            </a:r>
            <a:endParaRPr lang="en-US" sz="1600" dirty="0"/>
          </a:p>
        </p:txBody>
      </p:sp>
      <p:pic>
        <p:nvPicPr>
          <p:cNvPr id="4" name="Image 0" descr="https://images.pexels.com/photos/6636474/pexels-photo-6636474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The Critical Role of RAM in System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quantity and speed of RAM directly impact a computer's ability to run multiple applications smoothly and handle complex tasks.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Insufficient RAM can lead to performance bottlenecks, forcing the system to rely on slower storage (like an SSD or HDD) for temporary data, known as 'swapping'.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Adequate RAM contributes to overall system stability, reducing crashes and improving the user experience.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As software and data demands grow, increasing RAM capacity and speed remains a key factor in future computing performance.</a:t>
            </a:r>
            <a:endParaRPr lang="en-US" sz="1600" dirty="0"/>
          </a:p>
        </p:txBody>
      </p:sp>
      <p:pic>
        <p:nvPicPr>
          <p:cNvPr id="4" name="Image 0" descr="https://images.pexels.com/photos/37113175/pexels-photo-37113175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2026-06-15T12:37:44Z</dcterms:created>
  <dcterms:modified xsi:type="dcterms:W3CDTF">2026-06-15T12:37:44Z</dcterms:modified>
</cp:coreProperties>
</file>