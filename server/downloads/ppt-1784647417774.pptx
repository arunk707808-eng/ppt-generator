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NEET Exam Integrity Concerns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Recent allegations of question paper leaks have severely compromised the NEET examination process.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This issue impacts the credibility of India's most competitive medical entrance test.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Millions of aspiring medical students and their families face significant distress and uncertainty.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 integrity of the National Testing Agency (NTA) and the examination system is now under scrutiny.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Requires immediate and decisive action to restore public trust and fairness.</a:t>
            </a:r>
            <a:endParaRPr lang="en-US" sz="2400" dirty="0"/>
          </a:p>
        </p:txBody>
      </p:sp>
      <p:pic>
        <p:nvPicPr>
          <p:cNvPr id="4" name="Image 0" descr="https://images.pexels.com/photos/8197500/pexels-photo-8197500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Root Causes &amp; Systemic Vulnerabilities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Investigations point to potential organized crime involvement and network exploitation.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Security protocols for paper distribution, storage, and invigilation show critical loopholes.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Lack of robust digital and physical safeguards enabled widespread illicit access.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Impact extends beyond students, eroding confidence in educational institutions and governance.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Highlights the urgent need for comprehensive reforms in examination conduct and oversight.</a:t>
            </a:r>
            <a:endParaRPr lang="en-US" sz="2400" dirty="0"/>
          </a:p>
        </p:txBody>
      </p:sp>
      <p:pic>
        <p:nvPicPr>
          <p:cNvPr id="4" name="Image 0" descr="https://images.pexels.com/photos/8370967/pexels-photo-8370967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Restoring Trust and Future Safeguards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 NEET paper leak demands a multi-faceted approach involving legal and administrative reforms.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Key takeaway: Implement advanced digital encryption and tamper-proof physical security measures.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Strengthen whistleblower protection and impose stricter penalties for academic fraud.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Enhance NTA's operational transparency and accountability through independent audits.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Ultimate goal: Ensure a fair, secure, and equitable examination system for all future aspirants.</a:t>
            </a:r>
            <a:endParaRPr lang="en-US" sz="2400" dirty="0"/>
          </a:p>
        </p:txBody>
      </p:sp>
      <p:pic>
        <p:nvPicPr>
          <p:cNvPr id="4" name="Image 0" descr="https://images.pexels.com/photos/8832719/pexels-photo-883271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2026-07-21T15:23:38Z</dcterms:created>
  <dcterms:modified xsi:type="dcterms:W3CDTF">2026-07-21T15:23:38Z</dcterms:modified>
</cp:coreProperties>
</file>