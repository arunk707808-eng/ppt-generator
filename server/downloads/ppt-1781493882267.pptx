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Introduction to Computers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5486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A computer is an electronic device that processes data, performs calculations, and executes tasks based on programmed instructions.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It consists of hardware (physical components) and software (programs and data).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Computers are fundamental tools in nearly every aspect of modern life, from communication to scientific research.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They have evolved from large, complex machines to compact, powerful devices, continuously revolutionizing industries and daily activities.</a:t>
            </a:r>
            <a:endParaRPr lang="en-US" sz="1600" dirty="0"/>
          </a:p>
        </p:txBody>
      </p:sp>
      <p:pic>
        <p:nvPicPr>
          <p:cNvPr id="4" name="Image 0" descr="https://images.pexels.com/photos/9072379/pexels-photo-9072379.jpeg?auto=compress&amp;cs=tinysrgb&amp;h=650&amp;w=94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914400"/>
            <a:ext cx="256032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Conclusion: The Ever-Evolving World of Computing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5486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Computers have transformed human civilization, enabling unprecedented advancements in communication, science, education, and entertainment.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Their influence continues to grow with emerging technologies like Artificial Intelligence, Machine Learning, and Quantum Computing.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The ongoing miniaturization and increased processing power promise even more integrated and intelligent systems.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Understanding computing principles remains vital for navigating and contributing to our increasingly digital world.</a:t>
            </a:r>
            <a:endParaRPr lang="en-US" sz="1600" dirty="0"/>
          </a:p>
        </p:txBody>
      </p:sp>
      <p:pic>
        <p:nvPicPr>
          <p:cNvPr id="4" name="Image 0" descr="https://images.pexels.com/photos/30547579/pexels-photo-30547579.jpeg?auto=compress&amp;cs=tinysrgb&amp;h=650&amp;w=94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914400"/>
            <a:ext cx="2560320" cy="2560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2026-06-15T03:24:43Z</dcterms:created>
  <dcterms:modified xsi:type="dcterms:W3CDTF">2026-06-15T03:24:43Z</dcterms:modified>
</cp:coreProperties>
</file>