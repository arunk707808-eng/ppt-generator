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Computer: Foundation of the Modern World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Computers are ubiquitous, fundamentally shaping our daily lives and global economy.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From smartphones to supercomputers, they drive innovation across all sectors.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Understanding their principles is crucial for navigating technological advancements.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This presentation will explore the definition, evolution, components, and impact of computers.</a:t>
            </a:r>
            <a:endParaRPr lang="en-US" sz="2400" dirty="0"/>
          </a:p>
        </p:txBody>
      </p:sp>
      <p:pic>
        <p:nvPicPr>
          <p:cNvPr id="4" name="Image 0" descr="https://images.pexels.com/photos/13801799/pexels-photo-13801799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Defining the Computer: An Essential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An electronic device that takes input, processes data, stores information, and produces output.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Operates based on programmed instructions (software) controlling its hardware components.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Core functions include computation, data manipulation, and logical operations.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Fundamentally built on binary code, representing data as 0s and 1s.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Comprises both physical components (hardware) and intangible programs (software).</a:t>
            </a:r>
            <a:endParaRPr lang="en-US" sz="2400" dirty="0"/>
          </a:p>
        </p:txBody>
      </p:sp>
      <p:pic>
        <p:nvPicPr>
          <p:cNvPr id="4" name="Image 0" descr="https://images.pexels.com/photos/8108663/pexels-photo-8108663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From Abacus to AI: A Timeline of Computing Evolution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Early mechanical aids like the abacus and analytical engine laid conceptual groundwork.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First-generation computers (1940s-50s) used vacuum tubes, were massive and energy-intensive.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Transistors (1950s) enabled smaller, faster, and more reliable second-generation machines.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Integrated circuits (1960s) led to microprocessors and the personal computer revolution.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Modern computing emphasizes miniaturization, connectivity, and artificial intelligence.</a:t>
            </a:r>
            <a:endParaRPr lang="en-US" sz="2400" dirty="0"/>
          </a:p>
        </p:txBody>
      </p:sp>
      <p:pic>
        <p:nvPicPr>
          <p:cNvPr id="4" name="Image 0" descr="https://images.pexels.com/photos/22763683/pexels-photo-22763683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Deconstructing the Machine: Hardware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CPU (Central Processing Unit): The "brain," executing instructions and performing calculations.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Memory (RAM): Volatile storage for active programs and data, enabling quick access.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Storage (HDD/SSD): Non-volatile persistence for operating systems, applications, and files.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Input/Output Devices: Peripherals like keyboards, monitors, printers facilitate interaction.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Motherboard: The central circuit board connecting all components and allowing communication.</a:t>
            </a:r>
            <a:endParaRPr lang="en-US" sz="2400" dirty="0"/>
          </a:p>
        </p:txBody>
      </p:sp>
      <p:pic>
        <p:nvPicPr>
          <p:cNvPr id="4" name="Image 0" descr="https://images.pexels.com/photos/1432669/pexels-photo-1432669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Software Layer: Operating Systems and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Operating System (OS): Manages hardware, software resources, and provides user interface (e.g., Windows, macOS, Linux).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Application Software: Programs designed for specific tasks (e.g., word processors, web browsers, games).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System Software: Utilities, drivers, and firmware that support the OS and hardware.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Software is developed using various programming languages, translated into machine code.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Continuous updates enhance security, performance, and introduce new functionalities.</a:t>
            </a:r>
            <a:endParaRPr lang="en-US" sz="2400" dirty="0"/>
          </a:p>
        </p:txBody>
      </p:sp>
      <p:pic>
        <p:nvPicPr>
          <p:cNvPr id="4" name="Image 0" descr="https://images.pexels.com/photos/97077/pexels-photo-97077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Categorizing Computers: From Personal to Supercomputing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Personal Computers (PCs): Desktops, laptops, tablets, designed for individual user tasks.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Mobile Devices: Smartphones, wearables, optimized for portability and connectivity.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Servers: Powerful machines providing services, data, and resources over a network.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Embedded Systems: Specialized computers within other devices (e.g., cars, appliances, IoT).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Supercomputers: Extremely powerful, used for complex scientific and engineering computations.</a:t>
            </a:r>
            <a:endParaRPr lang="en-US" sz="2400" dirty="0"/>
          </a:p>
        </p:txBody>
      </p:sp>
      <p:pic>
        <p:nvPicPr>
          <p:cNvPr id="4" name="Image 0" descr="https://images.pexels.com/photos/4158/apple-iphone-smartphone-desk.jp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Societal Transformation: The Computer's Profound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Communication: Revolutionized with email, instant messaging, and social media.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Education: Enhanced learning tools, online courses, and digital libraries.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Healthcare: Advanced diagnostics, medical research, and patient management systems.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Business &amp; Economy: Increased automation, global commerce, and data-driven decisions.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Entertainment: Digital media, gaming, and streaming services are now commonplace.</a:t>
            </a:r>
            <a:endParaRPr lang="en-US" sz="2400" dirty="0"/>
          </a:p>
        </p:txBody>
      </p:sp>
      <p:pic>
        <p:nvPicPr>
          <p:cNvPr id="4" name="Image 0" descr="https://images.pexels.com/photos/3183130/pexels-photo-3183130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The Horizon of Computing: Emerging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Artificial Intelligence (AI): Machine learning, deep learning, natural language processing driving automation and insights.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Quantum Computing: Revolutionary computation paradigms for complex problems beyond classical limits.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Internet of Things (IoT): Network of interconnected physical devices with sensors, software, and other technologies.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Edge Computing: Processing data closer to its source, reducing latency and bandwidth usage.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Augmented Reality (AR) / Virtual Reality (VR): Immersive experiences changing interaction and training.</a:t>
            </a:r>
            <a:endParaRPr lang="en-US" sz="2400" dirty="0"/>
          </a:p>
        </p:txBody>
      </p:sp>
      <p:pic>
        <p:nvPicPr>
          <p:cNvPr id="4" name="Image 0" descr="https://images.pexels.com/photos/12060425/pexels-photo-12060425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Navigating the Digital Age: Challenges and Ethics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Data Privacy &amp; Security: Protecting personal and sensitive information from breaches.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Cybercrime &amp; Hacking: Constant threat of malicious attacks and data theft.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Digital Divide: Inequality in access to technology and its benefits globally.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Automation &amp; Job Displacement: Impact of AI and robotics on the workforce.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Ethical AI: Ensuring fairness, transparency, and accountability in AI development and deployment.</a:t>
            </a:r>
            <a:endParaRPr lang="en-US" sz="2400" dirty="0"/>
          </a:p>
        </p:txBody>
      </p:sp>
      <p:pic>
        <p:nvPicPr>
          <p:cNvPr id="4" name="Image 0" descr="https://images.pexels.com/photos/1089438/pexels-photo-1089438.jpe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Conclusion: The Enduring Power of Computing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Computers are fundamental, evolving tools that define our modern technological landscape.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Their impact spans every aspect of society, driving progress and innovation.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Understanding hardware, software, and their interdependencies is crucial for future literacy.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As technology advances, new opportunities and ethical responsibilities emerge continuously.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• The journey of computing continues, promising even more transformative developments ahead.</a:t>
            </a:r>
            <a:endParaRPr lang="en-US" sz="2400" dirty="0"/>
          </a:p>
        </p:txBody>
      </p:sp>
      <p:pic>
        <p:nvPicPr>
          <p:cNvPr id="4" name="Image 0" descr="https://images.pexels.com/photos/10325707/pexels-photo-10325707.png?auto=compress&amp;cs=tinysrgb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2026-07-21T14:25:07Z</dcterms:created>
  <dcterms:modified xsi:type="dcterms:W3CDTF">2026-07-21T14:25:07Z</dcterms:modified>
</cp:coreProperties>
</file>