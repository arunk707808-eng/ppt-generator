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Addressing Integrity Concerns in National Examinations: The NEET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The National Eligibility cum Entrance Test (NEET) is pivotal for medical admissions.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Recent allegations of paper leaks threaten the exam's sanctity and fairness.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Impacts millions of aspiring students, their families, and national educational trust.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Highlights an urgent need for comprehensive analysis and proactive intervention.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This presentation outlines the issue, its far-reaching impact, and potential solutions.</a:t>
            </a:r>
            <a:endParaRPr lang="en-US" sz="2400" dirty="0"/>
          </a:p>
        </p:txBody>
      </p:sp>
      <p:pic>
        <p:nvPicPr>
          <p:cNvPr id="4" name="Image 0" descr="https://images.pexels.com/photos/6683577/pexels-photo-6683577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Far-Reaching Consequences: Erosion of Trust and Student Morale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Students face immense mental stress, anxiety, and demotivation.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Undermines public faith in the integrity and reliability of the examination system.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Jeopardizes meritocracy, potentially allowing undeserving candidates to gain entry.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Triggers legal challenges and prolonged administrative uncertainty for stakeholders.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Damages India's reputation for conducting fair and transparent competitive exams.</a:t>
            </a:r>
            <a:endParaRPr lang="en-US" sz="2400" dirty="0"/>
          </a:p>
        </p:txBody>
      </p:sp>
      <p:pic>
        <p:nvPicPr>
          <p:cNvPr id="4" name="Image 0" descr="https://images.pexels.com/photos/7929277/pexels-photo-7929277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Unpacking the Dynamics: Factors Contributing to Exam Leaks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Weak points in the exam paper supply chain and distribution security.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Organized criminal networks exploiting systemic loopholes for financial gain.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Lack of robust digital security and advanced anti-cheating technologies.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Potential for insider collusion and insufficient accountability mechanisms.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Inadequate regulatory oversight and slow response to security breaches.</a:t>
            </a:r>
            <a:endParaRPr lang="en-US" sz="2400" dirty="0"/>
          </a:p>
        </p:txBody>
      </p:sp>
      <p:pic>
        <p:nvPicPr>
          <p:cNvPr id="4" name="Image 0" descr="https://images.pexels.com/photos/38482455/pexels-photo-38482455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Strategic Interventions for Enhanced Exam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Implement advanced encryption and tamper-proof digital delivery systems for papers.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Strengthen physical security across all test centers and storage facilities.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Utilize AI-powered surveillance, biometrics, and real-time anomaly detection.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Establish an independent oversight body with swift investigative powers.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Enforce severe penalties for perpetrators and abettors of paper leaks.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Foster collaboration between law enforcement, educators, and technology experts.</a:t>
            </a:r>
            <a:endParaRPr lang="en-US" sz="2400" dirty="0"/>
          </a:p>
        </p:txBody>
      </p:sp>
      <p:pic>
        <p:nvPicPr>
          <p:cNvPr id="4" name="Image 0" descr="https://images.pexels.com/photos/5408005/pexels-photo-5408005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Upholding Meritocracy: A Commitment to Fair and Secure Examinations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The NEET paper leak issue demands immediate and decisive action from all stakeholders.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Restoring student and public trust is paramount for the integrity of the education system.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Requires a multi-faceted approach addressing technology, policy, and enforcement.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Long-term vision for a transparent, equitable, and secure examination framework.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Collective responsibility of government, institutions, and civil society is crucial for lasting change.</a:t>
            </a:r>
            <a:endParaRPr lang="en-US" sz="2400" dirty="0"/>
          </a:p>
        </p:txBody>
      </p:sp>
      <p:pic>
        <p:nvPicPr>
          <p:cNvPr id="4" name="Image 0" descr="https://images.pexels.com/photos/7562342/pexels-photo-7562342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2026-07-21T15:18:38Z</dcterms:created>
  <dcterms:modified xsi:type="dcterms:W3CDTF">2026-07-21T15:18:38Z</dcterms:modified>
</cp:coreProperties>
</file>