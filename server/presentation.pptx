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Introduction to Maharishi Valmiki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Maharishi Valmiki is revered as the 'Adi Kavi' (First Poet) of Sanskrit literature.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He is the author of the epic Ramayana, one of the foundational texts of Hinduism.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His life story exemplifies a profound transformation from a bandit named Ratnakara to a revered sage.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Valmiki's work introduced the Anushtubh meter, a cornerstone of classical Sanskrit poetry.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He is considered a divine sage who witnessed and documented the life of Lord Rama.</a:t>
            </a:r>
            <a:endParaRPr lang="en-US" sz="1600" dirty="0"/>
          </a:p>
        </p:txBody>
      </p:sp>
      <p:pic>
        <p:nvPicPr>
          <p:cNvPr id="4" name="Image 0" descr="https://images.pexels.com/photos/25358493/pexels-photo-25358493.jpeg?auto=compress&amp;cs=tinysrgb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The Saga of the Ramayana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The Ramayana is an ancient Indian epic poem depicting the life of Lord Rama, an avatar of Vishnu.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Valmiki composed the Ramayana after witnessing the grief of a Krauncha bird, inspiring the first 'shloka'.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The epic spans over 24,000 verses, divided into seven books (kandas).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It narrates themes of dharma, sacrifice, devotion, duty, and the triumph of good over evil.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Valmiki also served as a mentor, teaching the Ramayana to Lord Rama's sons, Luv and Kush.</a:t>
            </a:r>
            <a:endParaRPr lang="en-US" sz="1600" dirty="0"/>
          </a:p>
        </p:txBody>
      </p:sp>
      <p:pic>
        <p:nvPicPr>
          <p:cNvPr id="4" name="Image 0" descr="https://images.pexels.com/photos/37311006/pexels-photo-37311006.jpeg?auto=compress&amp;cs=tinysrgb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Legacy and Enduring Influence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Valmiki's Ramayana has profoundly shaped Indian culture, art, philosophy, and moral values for millennia.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He is celebrated for pioneering the 'Adi Kavya' (First Epic) and establishing the foundations of Sanskrit poetry.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His teachings emphasize righteousness (dharma), courage, devotion, and the pursuit of truth.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The Ramayana continues to be performed, read, and studied globally, transcending religious and cultural boundaries.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Maharishi Valmiki remains an eternal source of inspiration as a poet, philosopher, and sage.</a:t>
            </a:r>
            <a:endParaRPr lang="en-US" sz="1600" dirty="0"/>
          </a:p>
        </p:txBody>
      </p:sp>
      <p:pic>
        <p:nvPicPr>
          <p:cNvPr id="4" name="Image 0" descr="https://images.pexels.com/photos/33753644/pexels-photo-33753644.jpeg?auto=compress&amp;cs=tinysrgb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2026-06-14T08:33:56Z</dcterms:created>
  <dcterms:modified xsi:type="dcterms:W3CDTF">2026-06-14T08:33:56Z</dcterms:modified>
</cp:coreProperties>
</file>